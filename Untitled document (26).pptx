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43610"/>
            <a:ext cx="1132839" cy="10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#include &lt;stdio.h&gt;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29030"/>
            <a:ext cx="1164589" cy="1028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#include &lt;stdlib.h&gt;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13180"/>
            <a:ext cx="117983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#include &lt;string.h&gt;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82750"/>
            <a:ext cx="193548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#define FILENAME "library.dat"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2320"/>
            <a:ext cx="92328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typedef struct {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340" y="2239010"/>
            <a:ext cx="33400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int id;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340" y="2423160"/>
            <a:ext cx="87757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char title[100];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340" y="2607310"/>
            <a:ext cx="977899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char author[50];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340" y="2792730"/>
            <a:ext cx="496569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int year;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5610"/>
            <a:ext cx="44195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 Book;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45179"/>
            <a:ext cx="134238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// Function prototypes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30600"/>
            <a:ext cx="97790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addBook();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14750"/>
            <a:ext cx="124968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displayBooks();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98900"/>
            <a:ext cx="116332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searchBook();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84320"/>
            <a:ext cx="112522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deleteBook();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68470"/>
            <a:ext cx="117221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updateBook();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53890"/>
            <a:ext cx="115570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countBooks();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38040"/>
            <a:ext cx="117093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listByAuthor();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23460"/>
            <a:ext cx="104266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listByYear();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07610"/>
            <a:ext cx="775969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menu();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77180"/>
            <a:ext cx="66675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int main() {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340" y="5563870"/>
            <a:ext cx="62864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int choice;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340" y="5746750"/>
            <a:ext cx="6134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while (1) {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4280" y="5932170"/>
            <a:ext cx="48133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menu();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4280" y="6116320"/>
            <a:ext cx="182245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printf("\nEnter your choice: ");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4280" y="6301740"/>
            <a:ext cx="134112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scanf("%d", &amp;choice);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4280" y="6485890"/>
            <a:ext cx="183133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getchar(); // consume newline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4280" y="6855459"/>
            <a:ext cx="100838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switch (choice) {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9220" y="7039609"/>
            <a:ext cx="159893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case 1: addBook(); break;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9220" y="7225030"/>
            <a:ext cx="18707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case 2: displayBooks(); break;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9220" y="7409180"/>
            <a:ext cx="178562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case 3: searchBook(); break;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9220" y="7594600"/>
            <a:ext cx="174625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case 4: deleteBook(); break;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9220" y="7778750"/>
            <a:ext cx="179324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case 5: updateBook(); break;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9220" y="7964170"/>
            <a:ext cx="177800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case 6: countBooks(); break;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9220" y="8148320"/>
            <a:ext cx="179324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case 7: listByAuthor(); break;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9220" y="8333740"/>
            <a:ext cx="166370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case 8: listByYear(); break;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9220" y="8517890"/>
            <a:ext cx="346710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case 9: printf("\nExiting program... Goodbye!\n"); exit(0);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9220" y="8703310"/>
            <a:ext cx="28105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default: printf("\nInvalid choice! Try again.\n");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4280" y="8887460"/>
            <a:ext cx="4698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9340" y="943610"/>
            <a:ext cx="4699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340" y="1130300"/>
            <a:ext cx="52070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return 0;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13180"/>
            <a:ext cx="4699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82750"/>
            <a:ext cx="82296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menu() {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340" y="1866900"/>
            <a:ext cx="429006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printf("\n========== MINI LIBRARY CATALOGUE ==========\n");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340" y="2052320"/>
            <a:ext cx="185292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printf("1. Add a New Book\n");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340" y="2236470"/>
            <a:ext cx="189102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printf("2. Display All Books\n");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340" y="2421890"/>
            <a:ext cx="197738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printf("3. Search Book by ID\n");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340" y="2606040"/>
            <a:ext cx="193802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printf("4. Delete Book by ID\n");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340" y="2791460"/>
            <a:ext cx="208533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printf("5. Update Book Details\n");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340" y="2975610"/>
            <a:ext cx="194563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printf("6. Count Total Books\n");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340" y="3161030"/>
            <a:ext cx="209296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printf("7. List Books by Author\n");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340" y="3345179"/>
            <a:ext cx="276352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printf("8. List Books Published After Year\n");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340" y="3530600"/>
            <a:ext cx="10452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printf("9. Exit\n");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340" y="3714750"/>
            <a:ext cx="42456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printf("============================================\n");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98900"/>
            <a:ext cx="4699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68470"/>
            <a:ext cx="1024889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addBook() {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340" y="4453890"/>
            <a:ext cx="21755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FILE *fp = fopen(FILENAME, "ab");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340" y="4638040"/>
            <a:ext cx="44195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(!fp) {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4280" y="4823460"/>
            <a:ext cx="176022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printf("Error opening file!\n");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4280" y="5011420"/>
            <a:ext cx="40385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return;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340" y="5193030"/>
            <a:ext cx="469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340" y="5563870"/>
            <a:ext cx="47370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Book b;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340" y="5746750"/>
            <a:ext cx="147319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printf("Enter book ID: ");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340" y="5932170"/>
            <a:ext cx="116204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scanf("%d", &amp;b.id);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340" y="6116320"/>
            <a:ext cx="59817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getchar();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340" y="6301740"/>
            <a:ext cx="155067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printf("Enter book title: ");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340" y="6485890"/>
            <a:ext cx="14516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fgets(b.title, 100, stdin);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340" y="6670040"/>
            <a:ext cx="1948179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b.title[strcspn(b.title, "\n")] = '\0';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340" y="6855459"/>
            <a:ext cx="177546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printf("Enter author name: ");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340" y="7039609"/>
            <a:ext cx="154432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fgets(b.author, 50, stdin);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340" y="7225030"/>
            <a:ext cx="229870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b.author[strcspn(b.author, "\n")] = '\0';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340" y="7409180"/>
            <a:ext cx="196977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printf("Enter publication year: ");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340" y="7594600"/>
            <a:ext cx="13246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scanf("%d", &amp;b.year);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340" y="7964170"/>
            <a:ext cx="183896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fwrite(&amp;b, sizeof(Book), 1, fp);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340" y="8148320"/>
            <a:ext cx="6134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fclose(fp);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340" y="8517890"/>
            <a:ext cx="234950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printf("\nBook added successfully!\n");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8703310"/>
            <a:ext cx="469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43610"/>
            <a:ext cx="129540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displayBooks() {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340" y="1129030"/>
            <a:ext cx="214376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FILE *fp = fopen(FILENAME, "rb");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340" y="1313180"/>
            <a:ext cx="44195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(!fp) {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280" y="1497330"/>
            <a:ext cx="167513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printf("No books found!\n");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4280" y="1686560"/>
            <a:ext cx="40385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return;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340" y="1866900"/>
            <a:ext cx="4699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340" y="2239010"/>
            <a:ext cx="47370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Book b;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340" y="2421890"/>
            <a:ext cx="411607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printf("\n%-5s %-25s %-20s %-5s\n", "ID", "Title", "Author", "Year");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340" y="2606040"/>
            <a:ext cx="335407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printf("----------------------------------------------------------\n");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340" y="2791460"/>
            <a:ext cx="223520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while (fread(&amp;b, sizeof(Book), 1, fp))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4280" y="2975610"/>
            <a:ext cx="397890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printf("%-5d %-25s %-20s %-5d\n", b.id, b.title, b.author, b.year);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340" y="3345179"/>
            <a:ext cx="6134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fclose(fp);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30600"/>
            <a:ext cx="469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98900"/>
            <a:ext cx="121031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searchBook() {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340" y="4084320"/>
            <a:ext cx="214376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FILE *fp = fopen(FILENAME, "rb");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340" y="4268470"/>
            <a:ext cx="441959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(!fp) {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4280" y="4453890"/>
            <a:ext cx="167513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printf("No books found!\n");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4280" y="4641850"/>
            <a:ext cx="403859" cy="1181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return;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340" y="4823460"/>
            <a:ext cx="469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340" y="5193030"/>
            <a:ext cx="99694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int id, found = 0;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340" y="5377180"/>
            <a:ext cx="208533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printf("Enter book ID to search: ");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340" y="5562600"/>
            <a:ext cx="104647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scanf("%d", &amp;id);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340" y="5748020"/>
            <a:ext cx="47370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Book b;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340" y="6116320"/>
            <a:ext cx="232029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while (fread(&amp;b, sizeof(Book), 1, fp)) {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4280" y="6301740"/>
            <a:ext cx="86233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(b.id == id) {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9220" y="6485890"/>
            <a:ext cx="15659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printf("\nBook Found:\n");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9220" y="6670040"/>
            <a:ext cx="496189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printf("ID: %d\nTitle: %s\nAuthor: %s\nYear: %d\n", b.id, b.title, b.author, b.year);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9220" y="6855459"/>
            <a:ext cx="62611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found = 1;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9220" y="7042150"/>
            <a:ext cx="38861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break;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4280" y="7225030"/>
            <a:ext cx="4698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340" y="7409180"/>
            <a:ext cx="4699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340" y="7778750"/>
            <a:ext cx="22644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(!found) printf("Book not found!\n");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340" y="7964170"/>
            <a:ext cx="6134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fclose(fp);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8148320"/>
            <a:ext cx="4699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8517890"/>
            <a:ext cx="11722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deleteBook() {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340" y="8703310"/>
            <a:ext cx="214376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FILE *fp = fopen(FILENAME, "rb");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340" y="8887460"/>
            <a:ext cx="233680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FILE *temp = fopen("temp.dat", "wb");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9340" y="943610"/>
            <a:ext cx="94107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(!fp || !temp) {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4280" y="1129030"/>
            <a:ext cx="176022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printf("Error opening file!\n");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4280" y="1316990"/>
            <a:ext cx="40385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return;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" y="1497330"/>
            <a:ext cx="4699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340" y="1866900"/>
            <a:ext cx="996949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int id, found = 0;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340" y="2052320"/>
            <a:ext cx="204723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printf("Enter book ID to delete: ");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340" y="2236470"/>
            <a:ext cx="104647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scanf("%d", &amp;id);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340" y="2423160"/>
            <a:ext cx="47370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Book b;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340" y="2791460"/>
            <a:ext cx="232029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while (fread(&amp;b, sizeof(Book), 1, fp)) {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4280" y="2975610"/>
            <a:ext cx="73405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(b.id != id)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9220" y="3161030"/>
            <a:ext cx="203327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fwrite(&amp;b, sizeof(Book), 1, temp);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4280" y="3346450"/>
            <a:ext cx="25653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else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9220" y="3530600"/>
            <a:ext cx="62611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found = 1;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340" y="3714750"/>
            <a:ext cx="469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340" y="4084320"/>
            <a:ext cx="6134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fclose(fp);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340" y="4268470"/>
            <a:ext cx="806449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fclose(temp);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340" y="4638040"/>
            <a:ext cx="129539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remove(FILENAME);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340" y="4823460"/>
            <a:ext cx="202311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rename("temp.dat", FILENAME);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340" y="5193030"/>
            <a:ext cx="55117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(found)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4280" y="5377180"/>
            <a:ext cx="230378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printf("Book deleted successfully!\n");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340" y="5563870"/>
            <a:ext cx="2565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else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4280" y="5746750"/>
            <a:ext cx="163575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printf("Book not found!\n");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32170"/>
            <a:ext cx="4699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301740"/>
            <a:ext cx="121793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updateBook() {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340" y="6485890"/>
            <a:ext cx="222504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FILE *fp = fopen(FILENAME, "r+b");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340" y="6670040"/>
            <a:ext cx="441959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(!fp) {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4280" y="6855459"/>
            <a:ext cx="176022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printf("Error opening file!\n");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4280" y="7043420"/>
            <a:ext cx="40385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return;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340" y="7225030"/>
            <a:ext cx="469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340" y="7594600"/>
            <a:ext cx="99694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int id, found = 0;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340" y="7778750"/>
            <a:ext cx="209296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printf("Enter book ID to update: ");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340" y="7964170"/>
            <a:ext cx="104647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scanf("%d", &amp;id);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340" y="8148320"/>
            <a:ext cx="59817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getchar();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340" y="8519160"/>
            <a:ext cx="47370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Book b;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340" y="8703310"/>
            <a:ext cx="23202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while (fread(&amp;b, sizeof(Book), 1, fp)) {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4280" y="8887460"/>
            <a:ext cx="86233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(b.id == id) {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9220" y="943610"/>
            <a:ext cx="150368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printf("Enter new title: ");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9220" y="1129030"/>
            <a:ext cx="14516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fgets(b.title, 100, stdin);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9220" y="1313180"/>
            <a:ext cx="194945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b.title[strcspn(b.title, "\n")] = '\0';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9220" y="1497330"/>
            <a:ext cx="168275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printf("Enter new author: ");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9220" y="1682750"/>
            <a:ext cx="154432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fgets(b.author, 50, stdin);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9220" y="1866900"/>
            <a:ext cx="229870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b.author[strcspn(b.author, "\n")] = '\0';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9220" y="2052320"/>
            <a:ext cx="15582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printf("Enter new year: ");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9220" y="2236470"/>
            <a:ext cx="132588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scanf("%d", &amp;b.year);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9220" y="2606040"/>
            <a:ext cx="231267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fseek(fp, -sizeof(Book), SEEK_CUR);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9220" y="2791460"/>
            <a:ext cx="183896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fwrite(&amp;b, sizeof(Book), 1, fp);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9220" y="2975610"/>
            <a:ext cx="62611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found = 1;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9220" y="3162300"/>
            <a:ext cx="38861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break;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4280" y="3345179"/>
            <a:ext cx="4698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340" y="3530600"/>
            <a:ext cx="469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340" y="3898900"/>
            <a:ext cx="61341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fclose(fp);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340" y="4084320"/>
            <a:ext cx="55117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(found)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4280" y="4268470"/>
            <a:ext cx="2349499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printf("Book updated successfully!\n");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340" y="4455160"/>
            <a:ext cx="25654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else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4280" y="4638040"/>
            <a:ext cx="163575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printf("Book not found!\n");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23460"/>
            <a:ext cx="469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93030"/>
            <a:ext cx="120268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countBooks() {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340" y="5377180"/>
            <a:ext cx="214376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FILE *fp = fopen(FILENAME, "rb");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340" y="5562600"/>
            <a:ext cx="44195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(!fp) {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4280" y="5746750"/>
            <a:ext cx="167513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printf("No books found!\n");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4280" y="5935980"/>
            <a:ext cx="403859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return;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340" y="6116320"/>
            <a:ext cx="4699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340" y="6487160"/>
            <a:ext cx="473709" cy="120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Book b;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340" y="6671309"/>
            <a:ext cx="80391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int count = 0;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340" y="6855459"/>
            <a:ext cx="281686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while (fread(&amp;b, sizeof(Book), 1, fp)) count++;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340" y="7039609"/>
            <a:ext cx="61341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fclose(fp);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340" y="7225030"/>
            <a:ext cx="272923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printf("Total number of books: %d\n", count);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7409180"/>
            <a:ext cx="4699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7778750"/>
            <a:ext cx="121793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listByAuthor() {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340" y="7964170"/>
            <a:ext cx="214376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FILE *fp = fopen(FILENAME, "rb");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340" y="8148320"/>
            <a:ext cx="44195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(!fp) {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4280" y="8333740"/>
            <a:ext cx="167513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printf("No books found!\n");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4280" y="8521700"/>
            <a:ext cx="40385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return;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340" y="8703310"/>
            <a:ext cx="469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9340" y="944880"/>
            <a:ext cx="977899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char author[50];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340" y="1129030"/>
            <a:ext cx="177546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printf("Enter author name: ");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340" y="1313180"/>
            <a:ext cx="59817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getchar();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" y="1497330"/>
            <a:ext cx="142748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fgets(author, 50, stdin);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340" y="1682750"/>
            <a:ext cx="206502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author[strcspn(author, "\n")] = '\0';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340" y="2053589"/>
            <a:ext cx="47370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Book b;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340" y="2236470"/>
            <a:ext cx="811529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int found = 0;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340" y="2421890"/>
            <a:ext cx="209296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printf("\nBooks by %s:\n", author);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340" y="2606040"/>
            <a:ext cx="23202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while (fread(&amp;b, sizeof(Book), 1, fp)) {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4280" y="2791460"/>
            <a:ext cx="209549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(strcmp(b.author, author) == 0) {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9220" y="2975610"/>
            <a:ext cx="357632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printf("ID: %d | Title: %s | Year: %d\n", b.id, b.title, b.year);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9220" y="3161030"/>
            <a:ext cx="626110" cy="1206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found = 1;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4280" y="3345179"/>
            <a:ext cx="4698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340" y="3530600"/>
            <a:ext cx="469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340" y="3714750"/>
            <a:ext cx="278384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(!found) printf("No books by this author.\n");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340" y="3898900"/>
            <a:ext cx="61341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fclose(fp);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84320"/>
            <a:ext cx="4699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53890"/>
            <a:ext cx="108838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void listByYear() {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340" y="4638040"/>
            <a:ext cx="214376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FILE *fp = fopen(FILENAME, "rb");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340" y="4823460"/>
            <a:ext cx="44195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(!fp) {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4280" y="5007610"/>
            <a:ext cx="167513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printf("No books found!\n");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4280" y="5196840"/>
            <a:ext cx="403859" cy="116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return;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340" y="5377180"/>
            <a:ext cx="469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340" y="5748020"/>
            <a:ext cx="496569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int year;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340" y="5932170"/>
            <a:ext cx="149606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printf("Enter the year: ");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340" y="6116320"/>
            <a:ext cx="120904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scanf("%d", &amp;year);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340" y="6303010"/>
            <a:ext cx="47370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Book b;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340" y="6485890"/>
            <a:ext cx="811529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int found = 0;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340" y="6670040"/>
            <a:ext cx="274574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printf("\nBooks published after %d:\n", year);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340" y="6855459"/>
            <a:ext cx="232029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while (fread(&amp;b, sizeof(Book), 1, fp)) {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4280" y="7039609"/>
            <a:ext cx="110617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(b.year &gt; year) {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9220" y="7225030"/>
            <a:ext cx="495427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printf("ID: %d | Title: %s | Author: %s | Year: %d\n", b.id, b.title, b.author, b.year);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9220" y="7409180"/>
            <a:ext cx="62611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found = 1;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24280" y="7594600"/>
            <a:ext cx="4698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340" y="7778750"/>
            <a:ext cx="4699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340" y="7964170"/>
            <a:ext cx="23025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if (!found) printf("No books found.\n");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340" y="8148320"/>
            <a:ext cx="61341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fclose(fp);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8333740"/>
            <a:ext cx="4699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